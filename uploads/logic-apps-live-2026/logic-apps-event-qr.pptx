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7c39e31de24f1a" /><Relationship Type="http://schemas.openxmlformats.org/officeDocument/2006/relationships/extended-properties" Target="/docProps/app.xml" Id="R030d9dbb0c714500" /><Relationship Type="http://schemas.openxmlformats.org/officeDocument/2006/relationships/officeDocument" Target="/ppt/presentation.xml" Id="R15bcb601548442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73141758054df7"/>
  </p:sldMasterIdLst>
  <p:notesMasterIdLst>
    <p:notesMasterId xmlns:r="http://schemas.openxmlformats.org/officeDocument/2006/relationships" r:id="R63cca3d2ce1c4ebd"/>
  </p:notesMasterIdLst>
  <p:sldIdLst>
    <p:sldId xmlns:r="http://schemas.openxmlformats.org/officeDocument/2006/relationships" id="256" r:id="R219553bf93ca4db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e71cbb686a4121" /><Relationship Type="http://schemas.openxmlformats.org/officeDocument/2006/relationships/slideMaster" Target="/ppt/slideMasters/slideMaster1.xml" Id="Ra173141758054df7" /><Relationship Type="http://schemas.openxmlformats.org/officeDocument/2006/relationships/notesMaster" Target="/ppt/notesMasters/notesMaster1.xml" Id="R63cca3d2ce1c4ebd" /><Relationship Type="http://schemas.openxmlformats.org/officeDocument/2006/relationships/presProps" Target="/ppt/presProps.xml" Id="R4428fa81e42e48b3" /><Relationship Type="http://schemas.openxmlformats.org/officeDocument/2006/relationships/tableStyles" Target="/ppt/tableStyles.xml" Id="R74640b805e3b49ec" /><Relationship Type="http://schemas.openxmlformats.org/officeDocument/2006/relationships/slide" Target="/ppt/slides/slide1.xml" Id="R219553bf93ca4d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0fbd6a244045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74f02ba4744c8" /><Relationship Type="http://schemas.openxmlformats.org/officeDocument/2006/relationships/notesMaster" Target="/ppt/notesMasters/notesMaster1.xml" Id="Re57db455c43f42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 Apps Community Day takes place online on 3 December 2026 at 19:00 CET, live on YouTube and free to attend. The QR code links to https://qbq-hh-sebastian-meyer.github.io/logic-apps-community-day-2026/ for event details. Share the event with colleagues and the community.</a:t>
            </a:r>
          </a:p>
          <a:p xmlns:a="http://schemas.openxmlformats.org/drawingml/2006/main">
            <a:r>
              <a:t>Organizers: Ahmed Bayoumy, Sebastian Meyer and Wagner Silveira. Source: supplied campaign poster la_call-retrogame.png and organizer portraits in the repository. Artwork adapted with OpenAI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8384e57a742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f0d98abec14341" /><Relationship Type="http://schemas.openxmlformats.org/officeDocument/2006/relationships/slideLayout" Target="/ppt/slideLayouts/slideLayout1.xml" Id="R13cb715fbcb84a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cb715fbcb84a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6001e30584bee" /><Relationship Type="http://schemas.openxmlformats.org/officeDocument/2006/relationships/image" Target="/ppt/media/image.png" Id="R27f7b5ebdc9d4e7b" /><Relationship Type="http://schemas.openxmlformats.org/officeDocument/2006/relationships/image" Target="/ppt/media/image2.png" Id="R759f45551f1f4db5" /><Relationship Type="http://schemas.openxmlformats.org/officeDocument/2006/relationships/notesSlide" Target="/ppt/notesSlides/notesSlide1.xml" Id="R1a24e61c96714e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9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7b5ebdc9d4e7b"/>
          <a:stretch xmlns:a="http://schemas.openxmlformats.org/drawingml/2006/main"/>
        </p:blipFill>
        <p:spPr>
          <a:xfrm xmlns:a="http://schemas.openxmlformats.org/drawingml/2006/main">
            <a:off x="0" y="2734"/>
            <a:ext cx="18288000" cy="10281531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f45551f1f4db5"/>
          <a:stretch xmlns:a="http://schemas.openxmlformats.org/drawingml/2006/main"/>
        </p:blipFill>
        <p:spPr>
          <a:xfrm xmlns:a="http://schemas.openxmlformats.org/drawingml/2006/main">
            <a:off x="15560802" y="7289006"/>
            <a:ext cx="2154746" cy="21547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13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2026-09-24T12:42:53.1860000Z</dcterms:created>
  <dcterms:modified xsi:type="dcterms:W3CDTF">2026-09-24T12:42:53.1860000Z</dcterms:modified>
</coreProperties>
</file>