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bd71cb580344dd" /><Relationship Type="http://schemas.openxmlformats.org/officeDocument/2006/relationships/extended-properties" Target="/docProps/app.xml" Id="R474d8222336d4c13" /><Relationship Type="http://schemas.openxmlformats.org/officeDocument/2006/relationships/officeDocument" Target="/ppt/presentation.xml" Id="Rf1728d329e2044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a1b6228ce844e6"/>
  </p:sldMasterIdLst>
  <p:notesMasterIdLst>
    <p:notesMasterId xmlns:r="http://schemas.openxmlformats.org/officeDocument/2006/relationships" r:id="Rcea4ee0650b84ec7"/>
  </p:notesMasterIdLst>
  <p:sldIdLst>
    <p:sldId xmlns:r="http://schemas.openxmlformats.org/officeDocument/2006/relationships" id="256" r:id="R22b639a5f5444c17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a584ab665c4936" /><Relationship Type="http://schemas.openxmlformats.org/officeDocument/2006/relationships/slideMaster" Target="/ppt/slideMasters/slideMaster1.xml" Id="Rbfa1b6228ce844e6" /><Relationship Type="http://schemas.openxmlformats.org/officeDocument/2006/relationships/notesMaster" Target="/ppt/notesMasters/notesMaster1.xml" Id="Rcea4ee0650b84ec7" /><Relationship Type="http://schemas.openxmlformats.org/officeDocument/2006/relationships/presProps" Target="/ppt/presProps.xml" Id="R5de427828022439b" /><Relationship Type="http://schemas.openxmlformats.org/officeDocument/2006/relationships/tableStyles" Target="/ppt/tableStyles.xml" Id="Re2520f0779c841df" /><Relationship Type="http://schemas.openxmlformats.org/officeDocument/2006/relationships/slide" Target="/ppt/slides/slide1.xml" Id="R22b639a5f5444c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531a19093f41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e5382400dc4b05" /><Relationship Type="http://schemas.openxmlformats.org/officeDocument/2006/relationships/notesMaster" Target="/ppt/notesMasters/notesMaster1.xml" Id="R0c52978ec6b346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Logic Apps Community Day takes place online on 3 December 2026 at 19:00 CET, live on YouTube and free to attend. The QR code links to https://sessionize.com/logic-apps-community-day-2026/ to submit a session. Share the event with colleagues and the community.</a:t>
            </a:r>
          </a:p>
          <a:p xmlns:a="http://schemas.openxmlformats.org/drawingml/2006/main">
            <a:r>
              <a:t>Organizers: Ahmed Bayoumy, Sebastian Meyer and Wagner Silveira. Source: supplied campaign poster la_call-retrogame.png and organizer portraits in the repository. Artwork adapted with OpenAI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fa75513ee74e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4a55bf36cf4285" /><Relationship Type="http://schemas.openxmlformats.org/officeDocument/2006/relationships/slideLayout" Target="/ppt/slideLayouts/slideLayout1.xml" Id="R1057b4acb9374e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57b4acb9374e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e8fb9bbf64714" /><Relationship Type="http://schemas.openxmlformats.org/officeDocument/2006/relationships/image" Target="/ppt/media/image.png" Id="R11c70c278a4149a6" /><Relationship Type="http://schemas.openxmlformats.org/officeDocument/2006/relationships/image" Target="/ppt/media/image2.png" Id="Ra4f65d057eb94b4b" /><Relationship Type="http://schemas.openxmlformats.org/officeDocument/2006/relationships/notesSlide" Target="/ppt/notesSlides/notesSlide1.xml" Id="Rd0ae2da679e740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209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70c278a4149a6"/>
          <a:stretch xmlns:a="http://schemas.openxmlformats.org/drawingml/2006/main"/>
        </p:blipFill>
        <p:spPr>
          <a:xfrm xmlns:a="http://schemas.openxmlformats.org/drawingml/2006/main">
            <a:off x="0" y="2734"/>
            <a:ext cx="18288000" cy="10281531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65d057eb94b4b"/>
          <a:stretch xmlns:a="http://schemas.openxmlformats.org/drawingml/2006/main"/>
        </p:blipFill>
        <p:spPr>
          <a:xfrm xmlns:a="http://schemas.openxmlformats.org/drawingml/2006/main">
            <a:off x="15560802" y="7289006"/>
            <a:ext cx="2154746" cy="215474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2A06B-ADF0-4982-B9D2-CEE4006D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9620250"/>
            <a:ext cx="2762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0B2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SUBMIT YOUR TALK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0D588-036E-444F-9029-EC398167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9953625"/>
            <a:ext cx="1314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0B2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B9F9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B9F9FF"/>
                </a:solidFill>
                <a:latin typeface="Arial"/>
                <a:ea typeface="Arial"/>
                <a:cs typeface="Arial"/>
              </a:rPr>
              <a:t>qbq-hh-sebastian-meyer.github.io/logic-apps-community-day-2026</a:t>
            </a:r>
          </a:p>
        </p:txBody>
      </p:sp>
    </p:spTree>
    <p:extLst>
      <p:ext uri="{BB962C8B-B14F-4D97-AF65-F5344CB8AC3E}">
        <p14:creationId xmlns:p14="http://schemas.microsoft.com/office/powerpoint/2010/main" val="12590303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2026-09-24T13:04:13.2430000Z</dcterms:created>
  <dcterms:modified xsi:type="dcterms:W3CDTF">2026-09-24T13:04:13.2430000Z</dcterms:modified>
</coreProperties>
</file>