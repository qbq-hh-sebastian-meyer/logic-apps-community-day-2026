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5bc8e20ba54c83" /><Relationship Type="http://schemas.openxmlformats.org/officeDocument/2006/relationships/extended-properties" Target="/docProps/app.xml" Id="R7404a4bef1df41b1" /><Relationship Type="http://schemas.openxmlformats.org/officeDocument/2006/relationships/officeDocument" Target="/ppt/presentation.xml" Id="R9f7333910bd44b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76dd009ec843b3"/>
  </p:sldMasterIdLst>
  <p:notesMasterIdLst>
    <p:notesMasterId xmlns:r="http://schemas.openxmlformats.org/officeDocument/2006/relationships" r:id="R5ed26f9d424e4859"/>
  </p:notesMasterIdLst>
  <p:sldIdLst>
    <p:sldId xmlns:r="http://schemas.openxmlformats.org/officeDocument/2006/relationships" id="256" r:id="R54144514b2854ffd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65e038e8c04e5f" /><Relationship Type="http://schemas.openxmlformats.org/officeDocument/2006/relationships/slideMaster" Target="/ppt/slideMasters/slideMaster1.xml" Id="R3776dd009ec843b3" /><Relationship Type="http://schemas.openxmlformats.org/officeDocument/2006/relationships/notesMaster" Target="/ppt/notesMasters/notesMaster1.xml" Id="R5ed26f9d424e4859" /><Relationship Type="http://schemas.openxmlformats.org/officeDocument/2006/relationships/presProps" Target="/ppt/presProps.xml" Id="Re99c4ac2185e49b1" /><Relationship Type="http://schemas.openxmlformats.org/officeDocument/2006/relationships/tableStyles" Target="/ppt/tableStyles.xml" Id="R419ae613654e44c5" /><Relationship Type="http://schemas.openxmlformats.org/officeDocument/2006/relationships/slide" Target="/ppt/slides/slide1.xml" Id="R54144514b2854f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db9127a8ee46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a436eb00d3472a" /><Relationship Type="http://schemas.openxmlformats.org/officeDocument/2006/relationships/notesMaster" Target="/ppt/notesMasters/notesMaster1.xml" Id="Rb5d08a0a788b45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Logic Apps Community Day takes place online on 3 December 2026 at 19:00 CET, live on YouTube and free to attend. We are looking for eight community talks, lasting 15 or 25 minutes. Submit at https://sessionize.com/logic-apps-community-day-2026 before 20 October 2026 at 23:59 CEST. First-time speakers are welcome.</a:t>
            </a:r>
          </a:p>
          <a:p xmlns:a="http://schemas.openxmlformats.org/drawingml/2006/main">
            <a:r>
              <a:t>Source: supplied campaign poster la_call-retrogame.png. Artwork adapted with OpenAI image generation.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7db8af98fb40d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248a80c01194aa7" /><Relationship Type="http://schemas.openxmlformats.org/officeDocument/2006/relationships/slideLayout" Target="/ppt/slideLayouts/slideLayout1.xml" Id="Rda316f225f5743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316f225f5743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9a2600ce314bae" /><Relationship Type="http://schemas.openxmlformats.org/officeDocument/2006/relationships/image" Target="/ppt/media/image.png" Id="R55b85747dc264dc9" /><Relationship Type="http://schemas.openxmlformats.org/officeDocument/2006/relationships/notesSlide" Target="/ppt/notesSlides/notesSlide1.xml" Id="Ra6a692a36eda40c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209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b85747dc264dc9"/>
          <a:stretch xmlns:a="http://schemas.openxmlformats.org/drawingml/2006/main"/>
        </p:blipFill>
        <p:spPr>
          <a:xfrm xmlns:a="http://schemas.openxmlformats.org/drawingml/2006/main">
            <a:off x="4859" y="0"/>
            <a:ext cx="18278283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060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2026-09-16T12:19:04.0450000Z</dcterms:created>
  <dcterms:modified xsi:type="dcterms:W3CDTF">2026-09-16T12:19:04.0450000Z</dcterms:modified>
</coreProperties>
</file>