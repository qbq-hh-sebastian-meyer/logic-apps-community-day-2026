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d8a4377c1c4cb2" /><Relationship Type="http://schemas.openxmlformats.org/officeDocument/2006/relationships/extended-properties" Target="/docProps/app.xml" Id="R9be7b2ddf3324d2a" /><Relationship Type="http://schemas.openxmlformats.org/officeDocument/2006/relationships/officeDocument" Target="/ppt/presentation.xml" Id="R47518f99112945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2cf94321d14818"/>
  </p:sldMasterIdLst>
  <p:notesMasterIdLst>
    <p:notesMasterId xmlns:r="http://schemas.openxmlformats.org/officeDocument/2006/relationships" r:id="R1b4eb9938500402b"/>
  </p:notesMasterIdLst>
  <p:sldIdLst>
    <p:sldId xmlns:r="http://schemas.openxmlformats.org/officeDocument/2006/relationships" id="256" r:id="Re39c6dceee7c404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7a5a8a909c4185" /><Relationship Type="http://schemas.openxmlformats.org/officeDocument/2006/relationships/slideMaster" Target="/ppt/slideMasters/slideMaster1.xml" Id="Ra32cf94321d14818" /><Relationship Type="http://schemas.openxmlformats.org/officeDocument/2006/relationships/notesMaster" Target="/ppt/notesMasters/notesMaster1.xml" Id="R1b4eb9938500402b" /><Relationship Type="http://schemas.openxmlformats.org/officeDocument/2006/relationships/presProps" Target="/ppt/presProps.xml" Id="R1060010ebec3456d" /><Relationship Type="http://schemas.openxmlformats.org/officeDocument/2006/relationships/tableStyles" Target="/ppt/tableStyles.xml" Id="Rf5b263e258cb463d" /><Relationship Type="http://schemas.openxmlformats.org/officeDocument/2006/relationships/slide" Target="/ppt/slides/slide1.xml" Id="Re39c6dceee7c40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09604dfe4a44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767f9b35714032" /><Relationship Type="http://schemas.openxmlformats.org/officeDocument/2006/relationships/notesMaster" Target="/ppt/notesMasters/notesMaster1.xml" Id="R69f60e079347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 Apps Community Day takes place online on 3 December 2026 at 19:00 CET, live on YouTube and free to attend. We are looking for eight community talks, lasting 15 or 25 minutes. Submit at https://sessionize.com/logic-apps-community-day-2026 before 20 October 2026 at 23:59 CEST. First-time speakers are welcome.</a:t>
            </a:r>
          </a:p>
          <a:p xmlns:a="http://schemas.openxmlformats.org/drawingml/2006/main">
            <a:r>
              <a:t>Organizers: Ahmed Bayoumy, Sebastian Meyer and Wagner Silveira. Source: supplied campaign poster la_call-retrogame.png and organizer portraits in the repository. Artwork adapted with OpenAI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b9e95cd144a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a1b273729f492a" /><Relationship Type="http://schemas.openxmlformats.org/officeDocument/2006/relationships/slideLayout" Target="/ppt/slideLayouts/slideLayout1.xml" Id="R468c7491164741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8c7491164741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ff266da304018" /><Relationship Type="http://schemas.openxmlformats.org/officeDocument/2006/relationships/image" Target="/ppt/media/image.png" Id="R7c2bbd41c4634563" /><Relationship Type="http://schemas.openxmlformats.org/officeDocument/2006/relationships/notesSlide" Target="/ppt/notesSlides/notesSlide1.xml" Id="R3466f46e0ea647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9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bbd41c4634563"/>
          <a:stretch xmlns:a="http://schemas.openxmlformats.org/drawingml/2006/main"/>
        </p:blipFill>
        <p:spPr>
          <a:xfrm xmlns:a="http://schemas.openxmlformats.org/drawingml/2006/main">
            <a:off x="0" y="2734"/>
            <a:ext cx="18288000" cy="102815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2026-09-16T12:47:39.6540000Z</dcterms:created>
  <dcterms:modified xsi:type="dcterms:W3CDTF">2026-09-16T12:47:39.6540000Z</dcterms:modified>
</coreProperties>
</file>